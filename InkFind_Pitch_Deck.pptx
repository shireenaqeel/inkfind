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029200" cy="5029200"/>
          </a:xfrm>
          <a:prstGeom prst="ellipse">
            <a:avLst/>
          </a:prstGeom>
          <a:ln w="19050">
            <a:solidFill>
              <a:srgbClr val="2E2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ln w="19050">
            <a:solidFill>
              <a:srgbClr val="2E2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4480560"/>
            <a:ext cx="1188720" cy="1188720"/>
          </a:xfrm>
          <a:prstGeom prst="ellipse">
            <a:avLst/>
          </a:prstGeom>
          <a:ln w="25400">
            <a:solidFill>
              <a:srgbClr val="E63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TATTOO DISCOVERY PLATFORM  ·  INDIA MARKET PITCH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InkFind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tattoo discovery, design generation &amp; placement preview — built for India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next tattoo. Generate it. See it on you — before you commit.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A3"/>
                </a:solidFill>
              </a:rPr>
              <a:t>01 / 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B9BA3"/>
                </a:solidFill>
              </a:rPr>
              <a:t>INKFIND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Tattoos are permanent. The decision rarely is fully informed.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2A2A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217420"/>
            <a:ext cx="777240" cy="777240"/>
          </a:xfrm>
          <a:prstGeom prst="ellipse">
            <a:avLst/>
          </a:prstGeom>
          <a:solidFill>
            <a:srgbClr val="3232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9462" y="24195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108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3950"/>
                </a:solidFill>
              </a:rPr>
              <a:t>41%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of tattoo regret comes down to where the design was placed on the body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257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9BA3"/>
                </a:solidFill>
              </a:rPr>
              <a:t>Source: Tattoo Pathway survey, 2024 (global)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2A2A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92140" y="2217420"/>
            <a:ext cx="777240" cy="777240"/>
          </a:xfrm>
          <a:prstGeom prst="ellipse">
            <a:avLst/>
          </a:prstGeom>
          <a:solidFill>
            <a:srgbClr val="3232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222" y="241950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5"/>
                </a:solidFill>
              </a:rPr>
              <a:t>In India, discovery still means scrolling scattered Instagram pages and DM-ing studios on WhatsApp — there’s no dedicated platform for it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2A2A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86900" y="2217420"/>
            <a:ext cx="777240" cy="777240"/>
          </a:xfrm>
          <a:prstGeom prst="ellipse">
            <a:avLst/>
          </a:prstGeom>
          <a:solidFill>
            <a:srgbClr val="3232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982" y="241950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5"/>
                </a:solidFill>
              </a:rPr>
              <a:t>Budget-conscious customers often default to cheaper, under-regulated parlors — hygiene and ink-safety checks rarely happen first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0" y="5257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9BA3"/>
                </a:solidFill>
              </a:rPr>
              <a:t>Karnataka FDA flagged heavy-metal contamination in tattoo ink samples, Mar 2025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A3"/>
                </a:solidFill>
              </a:rPr>
              <a:t>02 / 11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B9BA3"/>
                </a:solidFill>
              </a:rPr>
              <a:t>INKFIND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platform: discover, generate, preview, and 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22960" cy="82296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2179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5"/>
                </a:solidFill>
              </a:rPr>
              <a:t>Smart Search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508760" y="242316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BA3"/>
                </a:solidFill>
              </a:rPr>
              <a:t>Find real tattoo inspo matched to a text prompt or reference photo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55080" y="1965960"/>
            <a:ext cx="822960" cy="82296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50" y="217993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1965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5"/>
                </a:solidFill>
              </a:rPr>
              <a:t>AI Generator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315200" y="242316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BA3"/>
                </a:solidFill>
              </a:rPr>
              <a:t>Create one-of-a-kind designs in any style, instantly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822960" cy="82296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4374490"/>
            <a:ext cx="395021" cy="3950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160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5"/>
                </a:solidFill>
              </a:rPr>
              <a:t>Placement Preview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508760" y="461772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BA3"/>
                </a:solidFill>
              </a:rPr>
              <a:t>See the design warped onto a photo of your own body, in place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355080" y="4160520"/>
            <a:ext cx="822960" cy="82296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050" y="4374490"/>
            <a:ext cx="395021" cy="3950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0" y="4160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5"/>
                </a:solidFill>
              </a:rPr>
              <a:t>Tattoo Guide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315200" y="461772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BA3"/>
                </a:solidFill>
              </a:rPr>
              <a:t>Placement, pain-level, sizing &amp; aftercare advice, by style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A3"/>
                </a:solidFill>
              </a:rPr>
              <a:t>03 / 11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B9BA3"/>
                </a:solidFill>
              </a:rPr>
              <a:t>INKFIND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DEEP-DIVE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inspo, then generate something new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7903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45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5"/>
                </a:solidFill>
              </a:rPr>
              <a:t>Smart Search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48640" y="242316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Prompt-based search — “minimalist line wolf,” “traditional dragon sleeve”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Image-based search — upload a reference photo to find similar work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Filter by style, body part, and size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1600200"/>
            <a:ext cx="731520" cy="73152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275" y="1790395"/>
            <a:ext cx="351130" cy="351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1645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5"/>
                </a:solidFill>
              </a:rPr>
              <a:t>AI Generator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355080" y="242316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Style presets: fine-line, traditional, blackwork, watercolor, geometric &amp; more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Multiple variations generated per prompt, with one-tap regenerate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Save and download favorites to a personal collection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80760" y="1645920"/>
            <a:ext cx="0" cy="4206240"/>
          </a:xfrm>
          <a:prstGeom prst="line">
            <a:avLst/>
          </a:prstGeom>
          <a:noFill/>
          <a:ln w="12700">
            <a:solidFill>
              <a:srgbClr val="2E2E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A3"/>
                </a:solidFill>
              </a:rPr>
              <a:t>04 / 11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B9BA3"/>
                </a:solidFill>
              </a:rPr>
              <a:t>INKFIND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DEEP-DIVE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it on your body, then learn what suits you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7903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45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5"/>
                </a:solidFill>
              </a:rPr>
              <a:t>Placement Preview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48640" y="242316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Upload a photo of the arm, leg, back, or any body part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Drag, resize, and rotate the design directly onto the photo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Skin-tone &amp; lighting blend for a realistic, semi-true-to-life look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1600200"/>
            <a:ext cx="731520" cy="73152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275" y="1790395"/>
            <a:ext cx="351130" cy="351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1645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5"/>
                </a:solidFill>
              </a:rPr>
              <a:t>Tattoo Guide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355080" y="242316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Style-to-placement suitability matrix — what works where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Pain-level and healing-time reference by body zone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Size recommendations plus aftercare basics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</a:rPr>
              <a:t>Hygiene &amp; safety checklist — what to check before picking a studio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80760" y="1645920"/>
            <a:ext cx="0" cy="4206240"/>
          </a:xfrm>
          <a:prstGeom prst="line">
            <a:avLst/>
          </a:prstGeom>
          <a:noFill/>
          <a:ln w="12700">
            <a:solidFill>
              <a:srgbClr val="2E2E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A3"/>
                </a:solidFill>
              </a:rPr>
              <a:t>05 / 11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B9BA3"/>
                </a:solidFill>
              </a:rPr>
              <a:t>INKFIND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ink, in four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2491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63950"/>
                </a:solidFill>
              </a:rPr>
              <a:t>STEP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60170" y="2468880"/>
            <a:ext cx="868680" cy="86868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027" y="26947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566160"/>
            <a:ext cx="2491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F5F5"/>
                </a:solidFill>
              </a:rPr>
              <a:t>Describe or upload inspo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040380" y="26746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B9BA3"/>
                </a:solidFill>
              </a:rPr>
              <a:t>&gt;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6140" y="2011680"/>
            <a:ext cx="2491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63950"/>
                </a:solidFill>
              </a:rPr>
              <a:t>STEP 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17670" y="2468880"/>
            <a:ext cx="868680" cy="86868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527" y="26947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6140" y="3566160"/>
            <a:ext cx="2491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F5F5"/>
                </a:solidFill>
              </a:rPr>
              <a:t>Generate or pick a design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897880" y="26746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B9BA3"/>
                </a:solidFill>
              </a:rPr>
              <a:t>&gt;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263640" y="2011680"/>
            <a:ext cx="2491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63950"/>
                </a:solidFill>
              </a:rPr>
              <a:t>STEP 3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075170" y="2468880"/>
            <a:ext cx="868680" cy="86868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027" y="269473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3566160"/>
            <a:ext cx="2491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F5F5"/>
                </a:solidFill>
              </a:rPr>
              <a:t>Preview it on your body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755380" y="26746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B9BA3"/>
                </a:solidFill>
              </a:rPr>
              <a:t>&gt;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121140" y="2011680"/>
            <a:ext cx="2491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63950"/>
                </a:solidFill>
              </a:rPr>
              <a:t>STEP 4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932670" y="2468880"/>
            <a:ext cx="868680" cy="86868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527" y="269473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21140" y="3566160"/>
            <a:ext cx="2491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F5F5"/>
                </a:solidFill>
              </a:rPr>
              <a:t>Save, learn &amp; book confidently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A3"/>
                </a:solidFill>
              </a:rPr>
              <a:t>06 / 11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B9BA3"/>
                </a:solidFill>
              </a:rPr>
              <a:t>INKFIND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tattoo market is still nascent — that’s the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63950"/>
                </a:solidFill>
              </a:rPr>
              <a:t>~$100M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BA3"/>
                </a:solidFill>
              </a:rPr>
              <a:t>India tattoo market size, projected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83380" y="2286000"/>
            <a:ext cx="0" cy="1737360"/>
          </a:xfrm>
          <a:prstGeom prst="line">
            <a:avLst/>
          </a:prstGeom>
          <a:noFill/>
          <a:ln w="12700">
            <a:solidFill>
              <a:srgbClr val="2E2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194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63950"/>
                </a:solidFill>
              </a:rPr>
              <a:t>~12.6%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26280" y="3246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BA3"/>
                </a:solidFill>
              </a:rPr>
              <a:t>Asia-Pacific CAGR — the fastest-growing region globally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78140" y="2286000"/>
            <a:ext cx="0" cy="1737360"/>
          </a:xfrm>
          <a:prstGeom prst="line">
            <a:avLst/>
          </a:prstGeom>
          <a:noFill/>
          <a:ln w="12700">
            <a:solidFill>
              <a:srgbClr val="2E2E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2194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50"/>
                </a:solidFill>
              </a:rPr>
              <a:t>Delhi · Mumbai · Bengaluru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321040" y="3246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BA3"/>
                </a:solidFill>
              </a:rPr>
              <a:t>Where current tattoo demand is heaviest, led by young professionals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5F5"/>
                </a:solidFill>
              </a:rPr>
              <a:t>Unlike the US or Europe, India doesn’t yet have a digital-first layer for tattoo discovery — demand is growing faster than the tooling around it.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BA3"/>
                </a:solidFill>
              </a:rPr>
              <a:t>Sources: Fortune Business Insights, Cognitive Market Research, Custom Market Insights (2025–26)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A3"/>
                </a:solidFill>
              </a:rPr>
              <a:t>07 / 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B9BA3"/>
                </a:solidFill>
              </a:rPr>
              <a:t>INKFIND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monetize, from day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A2A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2980" y="2217420"/>
            <a:ext cx="685800" cy="68580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3957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30552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Freemium generations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12080" y="2130552"/>
            <a:ext cx="6035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BA3"/>
                </a:solidFill>
              </a:rPr>
              <a:t>Free search &amp; limited AI generations; ₹149–₹299/month unlocks unlimited generations + HD downloads (UPI &amp; Indian payment gateways)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A2A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82980" y="3634740"/>
            <a:ext cx="685800" cy="68580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38130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547872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Studio &amp; artist directory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212080" y="3547872"/>
            <a:ext cx="6035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BA3"/>
                </a:solidFill>
              </a:rPr>
              <a:t>Paid placement for tattoo studios and independent artists to get discovered beyond Instagram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A2A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82980" y="5052060"/>
            <a:ext cx="685800" cy="68580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52303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965192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Booking hand-off commission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212080" y="4965192"/>
            <a:ext cx="6035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BA3"/>
                </a:solidFill>
              </a:rPr>
              <a:t>Commission when a saved design turns into a studio visit — handed off via WhatsApp/Instagram, the channel studios already use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A3"/>
                </a:solidFill>
              </a:rPr>
              <a:t>08 / 11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B9BA3"/>
                </a:solidFill>
              </a:rPr>
              <a:t>INKFIND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phases, from MVP to full ecosystem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01240" y="1965960"/>
            <a:ext cx="7559040" cy="0"/>
          </a:xfrm>
          <a:prstGeom prst="line">
            <a:avLst/>
          </a:prstGeom>
          <a:noFill/>
          <a:ln w="25400">
            <a:solidFill>
              <a:srgbClr val="2E2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95500" y="1760220"/>
            <a:ext cx="411480" cy="411480"/>
          </a:xfrm>
          <a:prstGeom prst="ellipse">
            <a:avLst/>
          </a:prstGeom>
          <a:solidFill>
            <a:srgbClr val="E63950"/>
          </a:solidFill>
          <a:ln w="38100">
            <a:solidFill>
              <a:srgbClr val="1717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350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63950"/>
                </a:solidFill>
              </a:rPr>
              <a:t>PHASE 1 · MVP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322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5F5F5"/>
                </a:solidFill>
              </a:rPr>
              <a:t>Smart search &amp; discovery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5F5F5"/>
                </a:solidFill>
              </a:rPr>
              <a:t>AI design generator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5F5F5"/>
                </a:solidFill>
              </a:rPr>
              <a:t>Placement preview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5F5F5"/>
                </a:solidFill>
              </a:rPr>
              <a:t>Tattoo guide + UPI payments, Hindi/regional language 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75020" y="1760220"/>
            <a:ext cx="411480" cy="411480"/>
          </a:xfrm>
          <a:prstGeom prst="ellipse">
            <a:avLst/>
          </a:prstGeom>
          <a:solidFill>
            <a:srgbClr val="E63950"/>
          </a:solidFill>
          <a:ln w="38100">
            <a:solidFill>
              <a:srgbClr val="1717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8160" y="2331720"/>
            <a:ext cx="350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63950"/>
                </a:solidFill>
              </a:rPr>
              <a:t>PHASE 2 · ENGAGEMENT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19600" y="2743200"/>
            <a:ext cx="3322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5F5F5"/>
                </a:solidFill>
              </a:rPr>
              <a:t>Saved collections &amp; mood-boards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5F5F5"/>
                </a:solidFill>
              </a:rPr>
              <a:t>Studio &amp; artist directory (Delhi, Mumbai, Bengaluru first)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5F5F5"/>
                </a:solidFill>
              </a:rPr>
              <a:t>Community gallery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5F5F5"/>
                </a:solidFill>
              </a:rPr>
              <a:t>Cost estimator in 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54540" y="1760220"/>
            <a:ext cx="411480" cy="411480"/>
          </a:xfrm>
          <a:prstGeom prst="ellipse">
            <a:avLst/>
          </a:prstGeom>
          <a:solidFill>
            <a:srgbClr val="E63950"/>
          </a:solidFill>
          <a:ln w="38100">
            <a:solidFill>
              <a:srgbClr val="1717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07680" y="2331720"/>
            <a:ext cx="350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63950"/>
                </a:solidFill>
              </a:rPr>
              <a:t>PHASE 3 · EXPANSION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99120" y="2743200"/>
            <a:ext cx="3322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5F5F5"/>
                </a:solidFill>
              </a:rPr>
              <a:t>Live AR camera preview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5F5F5"/>
                </a:solidFill>
              </a:rPr>
              <a:t>Style-matching quiz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5F5F5"/>
                </a:solidFill>
              </a:rPr>
              <a:t>Direct WhatsApp/Instagram hand-off &amp; booking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5F5F5"/>
                </a:solidFill>
              </a:rPr>
              <a:t>Multi-angle / multi-lighting preview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A3"/>
                </a:solidFill>
              </a:rPr>
              <a:t>09 / 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B9BA3"/>
                </a:solidFill>
              </a:rPr>
              <a:t>INKFIND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else closes the full loop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47472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2286000"/>
                <a:gridCol w="1828800"/>
                <a:gridCol w="1371600"/>
              </a:tblGrid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 &amp; WhatsApp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AI image tools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Tattoo booking apps in India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3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InkFind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02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tattoo-specific search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9B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9B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3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02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design generation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B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3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02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Preview design on your own body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9B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3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02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Style-based placement guide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3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02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A3"/>
                </a:solidFill>
              </a:rPr>
              <a:t>10 / 11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B9BA3"/>
                </a:solidFill>
              </a:rPr>
              <a:t>INKFIND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ln w="19050">
            <a:solidFill>
              <a:srgbClr val="2E2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bring this to life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5F5F5"/>
                </a:solidFill>
              </a:rPr>
              <a:t>Seed funding (₹) to build and launch the MVP (search, generator, preview, guide)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5F5F5"/>
                </a:solidFill>
              </a:rPr>
              <a:t>A small design &amp; engineering team, or a development partner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5F5F5"/>
                </a:solidFill>
              </a:rPr>
              <a:t>Pilot partnerships with 3–5 studios in Delhi, Mumbai &amp; Bengaluru for early feedback and bookings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8686800" cy="0"/>
          </a:xfrm>
          <a:prstGeom prst="line">
            <a:avLst/>
          </a:prstGeom>
          <a:noFill/>
          <a:ln w="12700">
            <a:solidFill>
              <a:srgbClr val="2E2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54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A3"/>
                </a:solidFill>
              </a:rPr>
              <a:t>[Your Name]   ·   [email@example.com]   ·   [phone number]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577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63950"/>
                </a:solidFill>
              </a:rPr>
              <a:t>Ink with confidence.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A3"/>
                </a:solidFill>
              </a:rPr>
              <a:t>11 / 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B9BA3"/>
                </a:solidFill>
              </a:rPr>
              <a:t>INKFIND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InkFind — AI Tattoo Discovery &amp; Placement Platform</dc:title>
  <dc:subject>PptxGenJS Presentation</dc:subject>
  <dc:creator>InkFind</dc:creator>
  <cp:lastModifiedBy>InkFind</cp:lastModifiedBy>
  <cp:revision>1</cp:revision>
  <dcterms:created xsi:type="dcterms:W3CDTF">2026-06-21T20:44:36Z</dcterms:created>
  <dcterms:modified xsi:type="dcterms:W3CDTF">2026-06-21T20:44:36Z</dcterms:modified>
</cp:coreProperties>
</file>